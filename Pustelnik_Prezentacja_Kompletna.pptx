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Pustelnik k. Stanisławowa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Monografia Historyczno-Topograficzna</a:t>
            </a:r>
          </a:p>
          <a:p>
            <a:r>
              <a:t>XV–XIX wiek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Zagadka 1440 vs 1465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1440: Nadanie papierowe (Bolesław IV).</a:t>
            </a:r>
          </a:p>
          <a:p>
            <a:r>
              <a:t>• 1465: Eremita Bartłomiej osiada w lesie Cisek.</a:t>
            </a:r>
          </a:p>
          <a:p>
            <a:r>
              <a:t>• Kaplica św. Katarzyny: Pierwotne centrum osady.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Lokalizacja: Ul. Nadrzeczna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Kaplica stała na północnym brzegu rzeki Czarnej.</a:t>
            </a:r>
          </a:p>
          <a:p>
            <a:r>
              <a:t>• Odległość: 30-70m od koryta.</a:t>
            </a:r>
          </a:p>
          <a:p>
            <a:r>
              <a:t>• 'Naprzeciw' = teren dzisiejszej plebanii (ul. Kopernika).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Majatek Kościelny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2 włóki roli (34 ha).</a:t>
            </a:r>
          </a:p>
          <a:p>
            <a:r>
              <a:t>• Karczma przy Trakcie Liwskim.</a:t>
            </a:r>
          </a:p>
          <a:p>
            <a:r>
              <a:t>• 1/2 młyna wodnego na rzece Czarnej.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Trakt Liwski i 'Kocie Łby'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XIX wiek: Brukowanie traktu kamieniami polnymi.</a:t>
            </a:r>
          </a:p>
          <a:p>
            <a:r>
              <a:t>• Pod asfaltem kryje się oryginalny bruk.</a:t>
            </a:r>
          </a:p>
          <a:p>
            <a:r>
              <a:t>• Strategiczne znaczenie gościńca do Liwa.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Mapa Perthesa (1791)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Kościół zaznaczony bezpośrednio przy meandrze rzeki.</a:t>
            </a:r>
          </a:p>
          <a:p>
            <a:r>
              <a:t>• Dowód na historyczne centrum wsi w dolinie zalewowej.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Instrukcja Badawcza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LIDAR: Analiza cieniowania rzeźby terenu.</a:t>
            </a:r>
          </a:p>
          <a:p>
            <a:r>
              <a:t>• Georadar: Badanie ogrodów plebańskich.</a:t>
            </a:r>
          </a:p>
          <a:p>
            <a:r>
              <a:t>• Archiwa: Płock (wizytacje) i AGAD (Metryka).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