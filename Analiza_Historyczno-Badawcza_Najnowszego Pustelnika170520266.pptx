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Pustelnik: Ewolucja Sanktuarium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Czy Kaplica i Kościół stały koło siebie?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Bartłomiej ze Służewa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Pochodzenie: Słuńczew = Służew warszawski.</a:t>
            </a:r>
          </a:p>
          <a:p>
            <a:r>
              <a:t>• Kult św. Katarzyny przeniesiony do puszczy.</a:t>
            </a:r>
          </a:p>
          <a:p>
            <a:r>
              <a:t>• Model eremity świętokrzyskiego.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Układ: Kaplica - Kościół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Kaplica (1465): Przy rzece (ul. Nadrzeczna).</a:t>
            </a:r>
          </a:p>
          <a:p>
            <a:r>
              <a:t>• Kościół (1540): 'W ogrodzie' obok kaplicy.</a:t>
            </a:r>
          </a:p>
          <a:p>
            <a:r>
              <a:t>• Plebania: Nadana 'naprzeciw' kaplicy.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Akt 1473: Fundament Prawny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'penes fluvium Czarna' - przy rzece.</a:t>
            </a:r>
          </a:p>
          <a:p>
            <a:r>
              <a:t>• 'ex opposito oraculi' - naprzeciw kaplicy.</a:t>
            </a:r>
          </a:p>
          <a:p>
            <a:r>
              <a:t>• 2 włóki poświętnego (dzisiejsza plebania).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Podział nadań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1473 (2 włóki): Jądro kościelne.</a:t>
            </a:r>
          </a:p>
          <a:p>
            <a:r>
              <a:t>• 1477 (12 włók): Osadnictwo wiejskie (kmiecie).</a:t>
            </a:r>
          </a:p>
          <a:p>
            <a:r>
              <a:t>• Centralny punkt: Kaplica św. Katarzyny.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Badania w terenie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LIDAR: Analiza fundamentów w ogrodach.</a:t>
            </a:r>
          </a:p>
          <a:p>
            <a:r>
              <a:t>• Georadar: Prześwietlanie pasa nad rzeką.</a:t>
            </a:r>
          </a:p>
          <a:p>
            <a:r>
              <a:t>• Trakt: Historyczne 'kocie łby' pod drogą.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