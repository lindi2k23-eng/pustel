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Pustelnik: Analiza Archiwalna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Dokument Fundacyjny 1473 r.</a:t>
            </a:r>
          </a:p>
          <a:p>
            <a:r>
              <a:t>i Monografia Topograficzna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Akt Fundacyjny 1473 r.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'duos mansos ex opposito oraculi' - 2 włóki naprzeciw kaplicy.</a:t>
            </a:r>
          </a:p>
          <a:p>
            <a:r>
              <a:t>• 'penes fluvium Czarna' - przy rzece Czarnej.</a:t>
            </a:r>
          </a:p>
          <a:p>
            <a:r>
              <a:t>• 'de cruda radice' - na surowym korzeniu (karczunek).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Tłumaczenie Słowo w Słowo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oraculum = kaplica / miejsce modlitwy.</a:t>
            </a:r>
          </a:p>
          <a:p>
            <a:r>
              <a:t>• sanctuarium = poświętne (uposażenie).</a:t>
            </a:r>
          </a:p>
          <a:p>
            <a:r>
              <a:t>• absolvit = uwalnia od podatków i pańszczyzny.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Podział Nadań 1473/1477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1473: Jądro kościelne (2 włóki, dzisiejsza plebania).</a:t>
            </a:r>
          </a:p>
          <a:p>
            <a:r>
              <a:t>• 1477: Lokacja wsi (12 włók, otoczenie kaplicy).</a:t>
            </a:r>
          </a:p>
          <a:p>
            <a:r>
              <a:t>• Oś obu nadań: Rzeka Czarna i Trakt Liwski.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Lokalizacja i 'Kocie Łby'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Kaplica (1465): Przy dzisiejszej ul. Nadrzecznej.</a:t>
            </a:r>
          </a:p>
          <a:p>
            <a:r>
              <a:t>• Plebania: Stoi na gruncie nadanym 'naprzeciw kaplicy'.</a:t>
            </a:r>
          </a:p>
          <a:p>
            <a:r>
              <a:t>• Trakt: Historyczny bruk pod współczesnym asfaltem.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Dalsze Badania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LIDAR: Analiza rzeźby ogrodu plebańskiego.</a:t>
            </a:r>
          </a:p>
          <a:p>
            <a:r>
              <a:t>• Georadar: Prześwietlanie terenów nad rzeką.</a:t>
            </a:r>
          </a:p>
          <a:p>
            <a:r>
              <a:t>• Archiwa: Wizytacja 1775 w Płocku (opis kościoła).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