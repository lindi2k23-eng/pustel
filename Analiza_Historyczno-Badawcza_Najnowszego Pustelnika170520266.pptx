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Pustelnik: Słowiańskie Korzenie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Analiza Mitologii i Układu Przestrzennego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Układ Symboliczny (Wschód-Zachód)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Zachód: Plebania (Świat żywych).</a:t>
            </a:r>
          </a:p>
          <a:p>
            <a:r>
              <a:t>• Środek: Ogród / Najstarszy Cmentarz (Granica).</a:t>
            </a:r>
          </a:p>
          <a:p>
            <a:r>
              <a:t>• Wschód: Kościół (Świat boski/zmartwychwstanie).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Najstarszy Cmentarz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Przed 1840 r.: Pochówki wokół kościoła w ogrodzie plebańskim.</a:t>
            </a:r>
          </a:p>
          <a:p>
            <a:r>
              <a:t>• Ogrody plebańskie kryją groby z lat 1465–1840.</a:t>
            </a:r>
          </a:p>
          <a:p>
            <a:r>
              <a:t>• Nowy cmentarz (z XIX w.) jest oddalony od świątyni.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Etymologia Słowiańska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DZIADOSZ: Związek z obrzędem 'Dziadów' i kultem przodków.</a:t>
            </a:r>
          </a:p>
          <a:p>
            <a:r>
              <a:t>• CISEK: Cis jako drzewo święte i magiczne.</a:t>
            </a:r>
          </a:p>
          <a:p>
            <a:r>
              <a:t>• CZARNA: Rzeka jako granica zaświatów.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Akt 1473: Topografia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'penes fluvium Czarna' - kaplica przy rzece.</a:t>
            </a:r>
          </a:p>
          <a:p>
            <a:r>
              <a:t>• 'ex opposito oraculi' - plebania naprzeciw kaplicy.</a:t>
            </a:r>
          </a:p>
          <a:p>
            <a:r>
              <a:t>• Teren dzisiejszej plebanii to historyczne uposażenie.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Podział Nadań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1473: 2 włóki dla kościoła (Sanctuarium).</a:t>
            </a:r>
          </a:p>
          <a:p>
            <a:r>
              <a:t>• 1477: 12 włók dla osadników (Wieś).</a:t>
            </a:r>
          </a:p>
          <a:p>
            <a:r>
              <a:t>• Kaplica Bartłomieja jako punkt centralny osadnictwa.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