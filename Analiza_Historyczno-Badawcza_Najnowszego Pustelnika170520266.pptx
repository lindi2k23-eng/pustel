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Pustelnik: Analiza Archiwalna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Bartłomiej ze Słuńczewa</a:t>
            </a:r>
          </a:p>
          <a:p>
            <a:r>
              <a:t>i Fundacja 1473 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Słuńczew = Służew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Bartłomiej pochodził z warszawskiego Służewa.</a:t>
            </a:r>
          </a:p>
          <a:p>
            <a:r>
              <a:t>• Tam znajduje się najstarsza parafia św. Katarzyny.</a:t>
            </a:r>
          </a:p>
          <a:p>
            <a:r>
              <a:t>• Kult przeniesiony ze Służewa do lasu Cisek.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Akt Fundacyjny 1473 r.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'duos mansos ex opposito oraculi' - 2 włóki naprzeciw kaplicy.</a:t>
            </a:r>
          </a:p>
          <a:p>
            <a:r>
              <a:t>• 'penes fluvium Czarna' - przy rzece Czarnej.</a:t>
            </a:r>
          </a:p>
          <a:p>
            <a:r>
              <a:t>• Oraculum = Kaplica Pustelnika.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Podział Nadań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1473: Jądro kościelne (Teren dzisiejszej plebanii).</a:t>
            </a:r>
          </a:p>
          <a:p>
            <a:r>
              <a:t>• 1477: Lokacja wsi (12 włók dookoła kaplicy).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Lokalizacja i 'Kocie Łby'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Kaplica (1465): Przy ul. Nadrzecznej.</a:t>
            </a:r>
          </a:p>
          <a:p>
            <a:r>
              <a:t>• Plebania: Stoi na gruncie nadanym 'naprzeciw'.</a:t>
            </a:r>
          </a:p>
          <a:p>
            <a:r>
              <a:t>• Trakt: Historyczny bruk pod asfaltem.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