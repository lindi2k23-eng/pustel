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Pustelnik: Synteza Badawcza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Topografia, Administracja i Kultura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Słuńczew w Zakroczymiu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Słuńczew = Służew warszawski.</a:t>
            </a:r>
          </a:p>
          <a:p>
            <a:r>
              <a:t>• Zapis w Księgach Zakroczymskich ze względu na mobilność sądów książęcych.</a:t>
            </a:r>
          </a:p>
          <a:p>
            <a:r>
              <a:t>• Bartłomiej (1465) – kapłan ze Służewa.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Podział przez Rzekę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Wschód (ul. Kopernika): Pierwotna kaplica (1465).</a:t>
            </a:r>
          </a:p>
          <a:p>
            <a:r>
              <a:t>• Zachód (Plebania): Teren nadany 'naprzeciw' (1473).</a:t>
            </a:r>
          </a:p>
          <a:p>
            <a:r>
              <a:t>• Rzeka Czarna jako oś graniczna.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Najstarszy Cmentarz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Lokalizacja: Ogród plebański (zachodni brzeg).</a:t>
            </a:r>
          </a:p>
          <a:p>
            <a:r>
              <a:t>• Czas: XV w. – 1840 r.</a:t>
            </a:r>
          </a:p>
          <a:p>
            <a:r>
              <a:t>• Pochówki wokół starego kościoła.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Struktura Nadań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 włóki kościelne (1473): Siedlisko Plebanii.</a:t>
            </a:r>
          </a:p>
          <a:p>
            <a:r>
              <a:t>• 12 włók wiejskich (1477): Budowa wsi dookoła.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Słowiańskie Toponimy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DZIADOSZ: Kult przodków / Dziady.</a:t>
            </a:r>
          </a:p>
          <a:p>
            <a:r>
              <a:t>• CISEK: Święte drzewo Cis.</a:t>
            </a:r>
          </a:p>
          <a:p>
            <a:r>
              <a:t>• CZARNA: Rzeka graniczna zaświatów.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