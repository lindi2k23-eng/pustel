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Pustelnik k. Stanisławowa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Analiza historyczna XV–XIX wiek</a:t>
            </a:r>
          </a:p>
          <a:p>
            <a:r>
              <a:t>Opracowanie profesorskie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Zagadka 1440 vs 1465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1440: Możliwe nadanie ziemi (in spe) przez Bolesława IV.</a:t>
            </a:r>
          </a:p>
          <a:p>
            <a:r>
              <a:t>• 1465: Bartłomiej eremita – pierwszy faktyczny mieszkaniec.</a:t>
            </a:r>
          </a:p>
          <a:p>
            <a:r>
              <a:t>• Kaplica św. Katarzyny: Punkt centralny osadnictwa.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Mapa Karola Perthesa (1791)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Symbol kościoła bezpośrednio przy rzece Czarnej.</a:t>
            </a:r>
          </a:p>
          <a:p>
            <a:r>
              <a:t>• Pustelnik jako kluczowy punkt na Trakcie Liwskim.</a:t>
            </a:r>
          </a:p>
          <a:p>
            <a:r>
              <a:t>• Sąsiedztwo: Goździówka, Cisówka, lasy Cisek.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Lokalizacja: 'W Ogrodzie'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Kaplica sprzed 1840 r.: 30-80 m od koryta rzeki.</a:t>
            </a:r>
          </a:p>
          <a:p>
            <a:r>
              <a:t>• Miejsce: Dzisiejsze ogrody plebańskie.</a:t>
            </a:r>
          </a:p>
          <a:p>
            <a:r>
              <a:t>• Nawierzchnia traktu: Historyczne 'kocie łby'.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Osada Dziadosz i Gospodarka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Osada Dziadosz: Kolonia leśna/młyńska w parafii.</a:t>
            </a:r>
          </a:p>
          <a:p>
            <a:r>
              <a:t>• Młyn na rzece Czarnej: Pierwsze wzmianki w 1525 r.</a:t>
            </a:r>
          </a:p>
          <a:p>
            <a:r>
              <a:t>• Karczma (1482): Ważny punkt handlowy traktu.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badać dalej?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LIDAR (Geoportal): Widok cieniowania fundamentów.</a:t>
            </a:r>
          </a:p>
          <a:p>
            <a:r>
              <a:t>• Georadar (GPR): Prześwietlanie terenu plebanii.</a:t>
            </a:r>
          </a:p>
          <a:p>
            <a:r>
              <a:t>• Archiwa: Płock (wizytacje), AGAD (Metryka Koronna).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