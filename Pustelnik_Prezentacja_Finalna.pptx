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Pustelnik: Analiza Nadań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XV-wieczna struktura wsi i kościoła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1473 vs 1477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1473: 2 włóki 'NAPRZECIW' kaplicy (Dla Kościoła - Plebania).</a:t>
            </a:r>
          </a:p>
          <a:p>
            <a:r>
              <a:t>• 1477: 12 włók 'KOŁO' kaplicy (Dla Wsi - Andrzej z Chylina).</a:t>
            </a:r>
          </a:p>
          <a:p>
            <a:r>
              <a:t>• Kaplica św. Katarzyny jako centrum obu nadań.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Kaplica nad Rzeką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Lokalizacja: Północny brzeg rzeki Czarnej.</a:t>
            </a:r>
          </a:p>
          <a:p>
            <a:r>
              <a:t>• Teren: Dzisiejsza ul. Nadrzeczna / Kopernika.</a:t>
            </a:r>
          </a:p>
          <a:p>
            <a:r>
              <a:t>• Fundamenty: Szukaj w niższej części ogrodu plebańskiego.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Gospodarka: Karczma i Młyn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1482: Karczma przy gościńcu liwskim (Trakt Liwski).</a:t>
            </a:r>
          </a:p>
          <a:p>
            <a:r>
              <a:t>• 1525: Udziały w młynie i stawie na Czarnej.</a:t>
            </a:r>
          </a:p>
          <a:p>
            <a:r>
              <a:t>• Nawierzchnia: Historyczne 'kocie łby' pod asfaltem.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Instrukcja Badawcza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Geoportal/LIDAR: Warstwa cieniowania.</a:t>
            </a:r>
          </a:p>
          <a:p>
            <a:r>
              <a:t>• Archiwa: Płock (Wizytacja 1775), AGAD (Metryka Koronna).</a:t>
            </a:r>
          </a:p>
          <a:p>
            <a:r>
              <a:t>• Mapy: Karol de Perthees (1791).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